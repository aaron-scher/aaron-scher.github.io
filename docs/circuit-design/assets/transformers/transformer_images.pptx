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0" d="100"/>
          <a:sy n="60" d="100"/>
        </p:scale>
        <p:origin x="-1240" y="-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interSettings" Target="printerSettings/printerSettings1.bin"/><Relationship Id="rId9" Type="http://schemas.openxmlformats.org/officeDocument/2006/relationships/presProps" Target="presProps.xml"/><Relationship Id="rId1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41D396-D0C0-5340-8755-808DBD82B45F}" type="datetimeFigureOut">
              <a:rPr lang="en-US" smtClean="0"/>
              <a:t>12/7/15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501B4B-B2EF-EB41-9D86-3D53B8DC67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929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501B4B-B2EF-EB41-9D86-3D53B8DC67E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308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2C689-12BF-E442-94B7-5EB308A40BEC}" type="datetimeFigureOut">
              <a:rPr lang="en-US" smtClean="0"/>
              <a:t>12/7/15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364BB-0377-AB45-8CB9-14871C7C51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4282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2C689-12BF-E442-94B7-5EB308A40BEC}" type="datetimeFigureOut">
              <a:rPr lang="en-US" smtClean="0"/>
              <a:t>12/7/15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364BB-0377-AB45-8CB9-14871C7C51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1205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2C689-12BF-E442-94B7-5EB308A40BEC}" type="datetimeFigureOut">
              <a:rPr lang="en-US" smtClean="0"/>
              <a:t>12/7/15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364BB-0377-AB45-8CB9-14871C7C51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3934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2C689-12BF-E442-94B7-5EB308A40BEC}" type="datetimeFigureOut">
              <a:rPr lang="en-US" smtClean="0"/>
              <a:t>12/7/15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364BB-0377-AB45-8CB9-14871C7C51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3442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2C689-12BF-E442-94B7-5EB308A40BEC}" type="datetimeFigureOut">
              <a:rPr lang="en-US" smtClean="0"/>
              <a:t>12/7/15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364BB-0377-AB45-8CB9-14871C7C51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724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2C689-12BF-E442-94B7-5EB308A40BEC}" type="datetimeFigureOut">
              <a:rPr lang="en-US" smtClean="0"/>
              <a:t>12/7/15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364BB-0377-AB45-8CB9-14871C7C51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0483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2C689-12BF-E442-94B7-5EB308A40BEC}" type="datetimeFigureOut">
              <a:rPr lang="en-US" smtClean="0"/>
              <a:t>12/7/15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364BB-0377-AB45-8CB9-14871C7C51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7932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2C689-12BF-E442-94B7-5EB308A40BEC}" type="datetimeFigureOut">
              <a:rPr lang="en-US" smtClean="0"/>
              <a:t>12/7/15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364BB-0377-AB45-8CB9-14871C7C51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9964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2C689-12BF-E442-94B7-5EB308A40BEC}" type="datetimeFigureOut">
              <a:rPr lang="en-US" smtClean="0"/>
              <a:t>12/7/15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364BB-0377-AB45-8CB9-14871C7C51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8769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2C689-12BF-E442-94B7-5EB308A40BEC}" type="datetimeFigureOut">
              <a:rPr lang="en-US" smtClean="0"/>
              <a:t>12/7/15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364BB-0377-AB45-8CB9-14871C7C51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2426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2C689-12BF-E442-94B7-5EB308A40BEC}" type="datetimeFigureOut">
              <a:rPr lang="en-US" smtClean="0"/>
              <a:t>12/7/15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364BB-0377-AB45-8CB9-14871C7C51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7732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02C689-12BF-E442-94B7-5EB308A40BEC}" type="datetimeFigureOut">
              <a:rPr lang="en-US" smtClean="0"/>
              <a:t>12/7/15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9364BB-0377-AB45-8CB9-14871C7C51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756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900" y="952500"/>
            <a:ext cx="7937500" cy="494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93614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7067" y="1371600"/>
            <a:ext cx="6934200" cy="410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87139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35100"/>
            <a:ext cx="9144000" cy="397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2723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900" y="1371600"/>
            <a:ext cx="6934200" cy="410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05190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900" y="1371600"/>
            <a:ext cx="6934200" cy="41021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500" y="1181100"/>
            <a:ext cx="7480300" cy="449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33330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</Words>
  <Application>Microsoft Macintosh PowerPoint</Application>
  <PresentationFormat>On-screen Show (4:3)</PresentationFormat>
  <Paragraphs>1</Paragraphs>
  <Slides>5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Oregon Tech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Aaron Scher</dc:creator>
  <cp:lastModifiedBy>Aaron Scher</cp:lastModifiedBy>
  <cp:revision>3</cp:revision>
  <dcterms:created xsi:type="dcterms:W3CDTF">2015-12-08T04:57:56Z</dcterms:created>
  <dcterms:modified xsi:type="dcterms:W3CDTF">2015-12-08T05:13:20Z</dcterms:modified>
</cp:coreProperties>
</file>